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E328013-1759-4D0D-B8D3-6D69957FB45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Museum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4E51A17-0D96-447C-8B8B-4E3917E44C2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21-08-2026 03:07:47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2" name="slide2">
            <a:extLst>
              <a:ext uri="{FF2B5EF4-FFF2-40B4-BE49-F238E27FC236}">
                <a16:creationId xmlns:a16="http://schemas.microsoft.com/office/drawing/2014/main" id="{D4204912-161A-4743-9DFA-21FF681B01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568" y="0"/>
            <a:ext cx="9800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2026-08-21T09:37:48Z</dcterms:created>
  <dcterms:modified xsi:type="dcterms:W3CDTF">2026-08-21T09:37:48Z</dcterms:modified>
</cp:coreProperties>
</file>